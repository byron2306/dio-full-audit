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88136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000" b="1">
                <a:solidFill>
                  <a:srgbClr val="174E78"/>
                </a:solidFill>
                <a:latin typeface="Liberation Sans"/>
              </a:defRPr>
            </a:pPr>
            <a:r>
              <a:t>Natural Sciences: Photosynthesis Learning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987552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5B6874"/>
                </a:solidFill>
                <a:latin typeface="Liberation Sans"/>
              </a:defRPr>
            </a:pPr>
            <a:r>
              <a:t>Natural Sciences</a:t>
            </a:r>
            <a:br/>
            <a:r>
              <a:t>7</a:t>
            </a:r>
            <a:br/>
            <a:r>
              <a:t>Term 1: Photosynthesis and plant nutrition</a:t>
            </a:r>
            <a:br/>
            <a:r>
              <a:t>Grade 7 learners and educators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Learning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Explain how green plants use light energy, carbon dioxide and water to produce glucose and oxygen.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1.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1. Core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Paragraph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Photosynthesis is the process by which chlorophyll-containing plants convert light energy into stored chemical energy. The process takes place mainly in the leaves.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Diagram</a:t>
            </a:r>
          </a:p>
        </p:txBody>
      </p:sp>
      <p:pic>
        <p:nvPicPr>
          <p:cNvPr id="4" name="A flow diagram showing sunlight, carbon dioxide and water entering a green leaf, with glucose and oxygen leaving it." descr="A flow diagram showing sunlight, carbon dioxide and water entering a green leaf, with glucose and oxygen leaving i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352" y="1078992"/>
            <a:ext cx="8758989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5B6874"/>
                </a:solidFill>
                <a:latin typeface="Liberation Sans"/>
              </a:defRPr>
            </a:pPr>
            <a:r>
              <a:t>Figure 1: Inputs and products of photosynthesis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carbon dioxide + water -&gt; glucose + oxygen  (in the presence of light and chlorophyll)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2. Guided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2. Guided investigation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Teacher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Prepare one destarched plant and demonstrate the iodine test using the school's approved laboratory safety procedure.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Learner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Record the colour observed before and after iodine is added. Do not handle hot ethanol or an open flame.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Investigation observations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170432"/>
          <a:ext cx="108813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Leaf area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Light exposure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Colour after iodine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Starch present?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</a:tr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Covered section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No direct light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Yellow-brown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Exposed section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Direct light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Blue-black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Identify the independent variable in this investigation.</a:t>
            </a:r>
            <a:br/>
            <a:br/>
            <a:r>
              <a:t>Marks: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Use the observations to explain why light is necessary for starch production in the leaf.</a:t>
            </a:r>
            <a:br/>
            <a:br/>
            <a:r>
              <a:t>Marks: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3. Assessment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3. Assessment rubric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Explanation rubric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170432"/>
          <a:ext cx="108813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2 marks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1 mark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defRPr sz="1400" b="1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0 marks</a:t>
                      </a:r>
                    </a:p>
                  </a:txBody>
                  <a:tcPr>
                    <a:solidFill>
                      <a:srgbClr val="EAF1F6"/>
                    </a:solidFill>
                  </a:tcPr>
                </a:tc>
              </a:tr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Uses both observed colours accurately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Uses one relevant observation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No relevant observation</a:t>
                      </a:r>
                    </a:p>
                  </a:txBody>
                  <a:tcPr/>
                </a:tc>
              </a:tr>
              <a:tr h="1691640"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Reasoning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Links light to starch production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States a partial link</a:t>
                      </a:r>
                    </a:p>
                  </a:txBody>
                  <a:tcPr/>
                </a:tc>
                <a:tc>
                  <a:txBody>
                    <a:bodyPr wrap="square" anchor="ctr"/>
                    <a:lstStyle/>
                    <a:p>
                      <a:pPr>
                        <a:defRPr sz="1400" b="0">
                          <a:solidFill>
                            <a:srgbClr val="17212B"/>
                          </a:solidFill>
                          <a:latin typeface="Liberation Sans"/>
                        </a:defRPr>
                      </a:pPr>
                      <a:r>
                        <a:t>No valid scientific link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Annexure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Annexure A: Educator memorandum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Expected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2.1 Light exposure. 2.2 Only the exposed area turned blue-black, showing that starch formed where light was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B6874"/>
                </a:solidFill>
                <a:latin typeface="Liberation Sans"/>
              </a:defRPr>
            </a:pPr>
            <a:r>
              <a:t>DIO-FORMAT-GOLDEN-001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174E78"/>
                </a:solidFill>
                <a:latin typeface="Liberation Sans"/>
              </a:defRPr>
            </a:pPr>
            <a:r>
              <a:t>Transcript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0">
                <a:solidFill>
                  <a:srgbClr val="17212B"/>
                </a:solidFill>
                <a:latin typeface="Liberation Sans"/>
              </a:defRPr>
            </a:pPr>
            <a:r>
              <a:t>Plants do not absorb food from soil. They manufacture glucose through photosynthesis.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